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9728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1E3A8A"/>
                </a:solidFill>
              </a:rPr>
              <a:t>EDUVERSE — Demo slide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22860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75569"/>
                </a:solidFill>
              </a:rPr>
              <a:t>Trình chiếu trực tiếp trên web (Office Online embed)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2026-04-10T20:56:48Z</dcterms:created>
  <dcterms:modified xsi:type="dcterms:W3CDTF">2026-04-10T20:56:48Z</dcterms:modified>
</cp:coreProperties>
</file>